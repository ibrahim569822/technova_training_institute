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Cormorant Garamond Bold" charset="1" panose="00000800000000000000"/>
      <p:regular r:id="rId7"/>
    </p:embeddedFont>
    <p:embeddedFont>
      <p:font typeface="Cormorant Garamond" charset="1" panose="00000500000000000000"/>
      <p:regular r:id="rId8"/>
    </p:embeddedFont>
    <p:embeddedFont>
      <p:font typeface="Cormorant Garamond Medium" charset="1" panose="00000600000000000000"/>
      <p:regular r:id="rId9"/>
    </p:embeddedFont>
    <p:embeddedFont>
      <p:font typeface="Alex Brush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221925" y="6408401"/>
            <a:ext cx="2251887" cy="0"/>
          </a:xfrm>
          <a:prstGeom prst="line">
            <a:avLst/>
          </a:prstGeom>
          <a:ln cap="flat" w="9525">
            <a:solidFill>
              <a:srgbClr val="4D44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369080" y="5358360"/>
            <a:ext cx="2655453" cy="1055543"/>
          </a:xfrm>
          <a:custGeom>
            <a:avLst/>
            <a:gdLst/>
            <a:ahLst/>
            <a:cxnLst/>
            <a:rect r="r" b="b" t="t" l="l"/>
            <a:pathLst>
              <a:path h="1055543" w="2655453">
                <a:moveTo>
                  <a:pt x="0" y="0"/>
                </a:moveTo>
                <a:lnTo>
                  <a:pt x="2655453" y="0"/>
                </a:lnTo>
                <a:lnTo>
                  <a:pt x="2655453" y="1055542"/>
                </a:lnTo>
                <a:lnTo>
                  <a:pt x="0" y="1055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9847" y="1139305"/>
            <a:ext cx="9756043" cy="99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77"/>
              </a:lnSpc>
              <a:spcBef>
                <a:spcPct val="0"/>
              </a:spcBef>
            </a:pPr>
            <a:r>
              <a:rPr lang="en-US" b="true" sz="5841" spc="426">
                <a:solidFill>
                  <a:srgbClr val="4D4434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CERTIFICATE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877914" y="300405"/>
            <a:ext cx="1511418" cy="1503861"/>
          </a:xfrm>
          <a:custGeom>
            <a:avLst/>
            <a:gdLst/>
            <a:ahLst/>
            <a:cxnLst/>
            <a:rect r="r" b="b" t="t" l="l"/>
            <a:pathLst>
              <a:path h="1503861" w="1511418">
                <a:moveTo>
                  <a:pt x="0" y="0"/>
                </a:moveTo>
                <a:lnTo>
                  <a:pt x="1511418" y="0"/>
                </a:lnTo>
                <a:lnTo>
                  <a:pt x="1511418" y="1503861"/>
                </a:lnTo>
                <a:lnTo>
                  <a:pt x="0" y="1503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01566" y="300405"/>
            <a:ext cx="1503869" cy="1496350"/>
          </a:xfrm>
          <a:custGeom>
            <a:avLst/>
            <a:gdLst/>
            <a:ahLst/>
            <a:cxnLst/>
            <a:rect r="r" b="b" t="t" l="l"/>
            <a:pathLst>
              <a:path h="1496350" w="1503869">
                <a:moveTo>
                  <a:pt x="1503869" y="0"/>
                </a:moveTo>
                <a:lnTo>
                  <a:pt x="0" y="0"/>
                </a:lnTo>
                <a:lnTo>
                  <a:pt x="0" y="1496349"/>
                </a:lnTo>
                <a:lnTo>
                  <a:pt x="1503869" y="1496349"/>
                </a:lnTo>
                <a:lnTo>
                  <a:pt x="150386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19166" y="750548"/>
            <a:ext cx="237962" cy="257984"/>
          </a:xfrm>
          <a:custGeom>
            <a:avLst/>
            <a:gdLst/>
            <a:ahLst/>
            <a:cxnLst/>
            <a:rect r="r" b="b" t="t" l="l"/>
            <a:pathLst>
              <a:path h="257984" w="237962">
                <a:moveTo>
                  <a:pt x="0" y="0"/>
                </a:moveTo>
                <a:lnTo>
                  <a:pt x="237962" y="0"/>
                </a:lnTo>
                <a:lnTo>
                  <a:pt x="237962" y="257985"/>
                </a:lnTo>
                <a:lnTo>
                  <a:pt x="0" y="257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51099" y="6389726"/>
            <a:ext cx="3193539" cy="312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7"/>
              </a:lnSpc>
              <a:spcBef>
                <a:spcPct val="0"/>
              </a:spcBef>
            </a:pPr>
            <a:r>
              <a:rPr lang="en-US" b="true" sz="1834">
                <a:solidFill>
                  <a:srgbClr val="4D4434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DIRECTOR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51099" y="6673150"/>
            <a:ext cx="3193539" cy="21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41"/>
              </a:lnSpc>
              <a:spcBef>
                <a:spcPct val="0"/>
              </a:spcBef>
            </a:pPr>
            <a:r>
              <a:rPr lang="en-US" sz="1243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Technova Training Institute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42511" y="5776360"/>
            <a:ext cx="10206978" cy="1572394"/>
            <a:chOff x="0" y="0"/>
            <a:chExt cx="13609304" cy="20965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12392" cy="2096526"/>
            </a:xfrm>
            <a:custGeom>
              <a:avLst/>
              <a:gdLst/>
              <a:ahLst/>
              <a:cxnLst/>
              <a:rect r="r" b="b" t="t" l="l"/>
              <a:pathLst>
                <a:path h="2096526" w="6012392">
                  <a:moveTo>
                    <a:pt x="0" y="0"/>
                  </a:moveTo>
                  <a:lnTo>
                    <a:pt x="6012392" y="0"/>
                  </a:lnTo>
                  <a:lnTo>
                    <a:pt x="6012392" y="2096526"/>
                  </a:lnTo>
                  <a:lnTo>
                    <a:pt x="0" y="2096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true" flipV="false" rot="0">
              <a:off x="7596912" y="0"/>
              <a:ext cx="6012392" cy="2096526"/>
            </a:xfrm>
            <a:custGeom>
              <a:avLst/>
              <a:gdLst/>
              <a:ahLst/>
              <a:cxnLst/>
              <a:rect r="r" b="b" t="t" l="l"/>
              <a:pathLst>
                <a:path h="2096526" w="6012392">
                  <a:moveTo>
                    <a:pt x="6012392" y="0"/>
                  </a:moveTo>
                  <a:lnTo>
                    <a:pt x="0" y="0"/>
                  </a:lnTo>
                  <a:lnTo>
                    <a:pt x="0" y="2096526"/>
                  </a:lnTo>
                  <a:lnTo>
                    <a:pt x="6012392" y="2096526"/>
                  </a:lnTo>
                  <a:lnTo>
                    <a:pt x="6012392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78213" y="1864805"/>
            <a:ext cx="8939310" cy="52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29"/>
              </a:lnSpc>
              <a:spcBef>
                <a:spcPct val="0"/>
              </a:spcBef>
            </a:pPr>
            <a:r>
              <a:rPr lang="en-US" b="true" sz="3021" spc="154">
                <a:solidFill>
                  <a:srgbClr val="4D4434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OF COMPLETION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7403" y="2800779"/>
            <a:ext cx="9360931" cy="35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3"/>
              </a:lnSpc>
              <a:spcBef>
                <a:spcPct val="0"/>
              </a:spcBef>
            </a:pPr>
            <a:r>
              <a:rPr lang="en-US" b="true" sz="2037" spc="171">
                <a:solidFill>
                  <a:srgbClr val="4D4434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THIS CERTIFICATE IS PROUDLY PRESENTED 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00462" y="823432"/>
            <a:ext cx="1894812" cy="10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7"/>
              </a:lnSpc>
            </a:pPr>
            <a:r>
              <a:rPr lang="en-US" b="true" sz="881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TECHNOVA TRAINING INSTITUTE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7403" y="3123404"/>
            <a:ext cx="9360931" cy="121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86"/>
              </a:lnSpc>
              <a:spcBef>
                <a:spcPct val="0"/>
              </a:spcBef>
            </a:pPr>
            <a:r>
              <a:rPr lang="en-US" sz="7133">
                <a:solidFill>
                  <a:srgbClr val="DCB458"/>
                </a:solidFill>
                <a:latin typeface="Alex Brush"/>
                <a:ea typeface="Alex Brush"/>
                <a:cs typeface="Alex Brush"/>
                <a:sym typeface="Alex Brush"/>
              </a:rPr>
              <a:t>Student Name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9635" y="4523579"/>
            <a:ext cx="8316466" cy="57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6"/>
              </a:lnSpc>
            </a:pPr>
            <a:r>
              <a:rPr lang="en-US" sz="1381" spc="35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For successfully completing the Web Development Course.</a:t>
            </a:r>
          </a:p>
          <a:p>
            <a:pPr algn="ctr" marL="0" indent="0" lvl="0">
              <a:lnSpc>
                <a:spcPts val="1506"/>
              </a:lnSpc>
            </a:pPr>
            <a:r>
              <a:rPr lang="en-US" sz="1381" spc="35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Date of Birth: ________________     Mobile: ________________</a:t>
            </a:r>
          </a:p>
          <a:p>
            <a:pPr algn="ctr" marL="0" indent="0" lvl="0">
              <a:lnSpc>
                <a:spcPts val="1506"/>
              </a:lnSpc>
            </a:pPr>
            <a:r>
              <a:rPr lang="en-US" sz="1381" spc="35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Email: ________________     Result: 45 / 50   |   Status: Passed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83456" y="195979"/>
            <a:ext cx="10325088" cy="7168041"/>
            <a:chOff x="0" y="0"/>
            <a:chExt cx="13766784" cy="9557388"/>
          </a:xfrm>
        </p:grpSpPr>
        <p:grpSp>
          <p:nvGrpSpPr>
            <p:cNvPr name="Group 19" id="19"/>
            <p:cNvGrpSpPr/>
            <p:nvPr/>
          </p:nvGrpSpPr>
          <p:grpSpPr>
            <a:xfrm rot="-5400000">
              <a:off x="8942737" y="4733341"/>
              <a:ext cx="9557388" cy="90706"/>
              <a:chOff x="0" y="0"/>
              <a:chExt cx="2600340" cy="2467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600340" cy="24679"/>
              </a:xfrm>
              <a:custGeom>
                <a:avLst/>
                <a:gdLst/>
                <a:ahLst/>
                <a:cxnLst/>
                <a:rect r="r" b="b" t="t" l="l"/>
                <a:pathLst>
                  <a:path h="24679" w="2600340">
                    <a:moveTo>
                      <a:pt x="0" y="0"/>
                    </a:moveTo>
                    <a:lnTo>
                      <a:pt x="2600340" y="0"/>
                    </a:lnTo>
                    <a:lnTo>
                      <a:pt x="2600340" y="24679"/>
                    </a:lnTo>
                    <a:lnTo>
                      <a:pt x="0" y="2467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CB9037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2600340" cy="53254"/>
              </a:xfrm>
              <a:prstGeom prst="rect">
                <a:avLst/>
              </a:prstGeom>
            </p:spPr>
            <p:txBody>
              <a:bodyPr anchor="ctr" rtlCol="false" tIns="51039" lIns="51039" bIns="51039" rIns="51039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13766784" cy="89665"/>
              <a:chOff x="0" y="0"/>
              <a:chExt cx="3787188" cy="2466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787189" cy="24667"/>
              </a:xfrm>
              <a:custGeom>
                <a:avLst/>
                <a:gdLst/>
                <a:ahLst/>
                <a:cxnLst/>
                <a:rect r="r" b="b" t="t" l="l"/>
                <a:pathLst>
                  <a:path h="24667" w="3787189">
                    <a:moveTo>
                      <a:pt x="0" y="0"/>
                    </a:moveTo>
                    <a:lnTo>
                      <a:pt x="3787189" y="0"/>
                    </a:lnTo>
                    <a:lnTo>
                      <a:pt x="3787189" y="24667"/>
                    </a:lnTo>
                    <a:lnTo>
                      <a:pt x="0" y="2466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CB9037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3787188" cy="53242"/>
              </a:xfrm>
              <a:prstGeom prst="rect">
                <a:avLst/>
              </a:prstGeom>
            </p:spPr>
            <p:txBody>
              <a:bodyPr anchor="ctr" rtlCol="false" tIns="51039" lIns="51039" bIns="51039" rIns="51039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9467723"/>
              <a:ext cx="13766784" cy="89665"/>
              <a:chOff x="0" y="0"/>
              <a:chExt cx="3787188" cy="2466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787189" cy="24667"/>
              </a:xfrm>
              <a:custGeom>
                <a:avLst/>
                <a:gdLst/>
                <a:ahLst/>
                <a:cxnLst/>
                <a:rect r="r" b="b" t="t" l="l"/>
                <a:pathLst>
                  <a:path h="24667" w="3787189">
                    <a:moveTo>
                      <a:pt x="0" y="0"/>
                    </a:moveTo>
                    <a:lnTo>
                      <a:pt x="3787189" y="0"/>
                    </a:lnTo>
                    <a:lnTo>
                      <a:pt x="3787189" y="24667"/>
                    </a:lnTo>
                    <a:lnTo>
                      <a:pt x="0" y="2466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CB9037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3787188" cy="53242"/>
              </a:xfrm>
              <a:prstGeom prst="rect">
                <a:avLst/>
              </a:prstGeom>
            </p:spPr>
            <p:txBody>
              <a:bodyPr anchor="ctr" rtlCol="false" tIns="51039" lIns="51039" bIns="51039" rIns="51039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-5400000">
              <a:off x="-4733861" y="4733861"/>
              <a:ext cx="9557388" cy="89665"/>
              <a:chOff x="0" y="0"/>
              <a:chExt cx="2629200" cy="2466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629200" cy="24667"/>
              </a:xfrm>
              <a:custGeom>
                <a:avLst/>
                <a:gdLst/>
                <a:ahLst/>
                <a:cxnLst/>
                <a:rect r="r" b="b" t="t" l="l"/>
                <a:pathLst>
                  <a:path h="24667" w="2629200">
                    <a:moveTo>
                      <a:pt x="0" y="0"/>
                    </a:moveTo>
                    <a:lnTo>
                      <a:pt x="2629200" y="0"/>
                    </a:lnTo>
                    <a:lnTo>
                      <a:pt x="2629200" y="24667"/>
                    </a:lnTo>
                    <a:lnTo>
                      <a:pt x="0" y="2466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CB9037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2629200" cy="53242"/>
              </a:xfrm>
              <a:prstGeom prst="rect">
                <a:avLst/>
              </a:prstGeom>
            </p:spPr>
            <p:txBody>
              <a:bodyPr anchor="ctr" rtlCol="false" tIns="51039" lIns="51039" bIns="51039" rIns="51039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AutoShape 31" id="31"/>
            <p:cNvSpPr/>
            <p:nvPr/>
          </p:nvSpPr>
          <p:spPr>
            <a:xfrm>
              <a:off x="3819912" y="5302066"/>
              <a:ext cx="6131886" cy="0"/>
            </a:xfrm>
            <a:prstGeom prst="line">
              <a:avLst/>
            </a:prstGeom>
            <a:ln cap="flat" w="38100">
              <a:solidFill>
                <a:srgbClr val="DCB458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DAHStmHbJLk</dc:identifier>
  <dcterms:modified xsi:type="dcterms:W3CDTF">2011-08-01T06:04:30Z</dcterms:modified>
  <cp:revision>1</cp:revision>
  <dc:title>Landscape Web Development Certification - Technova Institute</dc:title>
</cp:coreProperties>
</file>